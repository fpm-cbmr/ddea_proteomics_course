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3" r:id="rId4"/>
    <p:sldId id="258" r:id="rId5"/>
    <p:sldId id="259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158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949440" y="-548640"/>
            <a:ext cx="3474720" cy="3474720"/>
          </a:xfrm>
          <a:prstGeom prst="ellipse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680960" y="2286000"/>
            <a:ext cx="2011680" cy="2011680"/>
          </a:xfrm>
          <a:prstGeom prst="ellipse">
            <a:avLst/>
          </a:prstGeom>
          <a:solidFill>
            <a:srgbClr val="4DB6AC">
              <a:alpha val="20000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Integration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Transcriptomics &amp; Proteomics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considerations and possible avenues to identify co-regulated biological processes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DDEA Proteomics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Correlation Between Transcriptomics and Proteomics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06400" y="1524000"/>
            <a:ext cx="3835400" cy="1206500"/>
          </a:xfrm>
          <a:prstGeom prst="rect">
            <a:avLst/>
          </a:prstGeom>
          <a:solidFill>
            <a:srgbClr val="F4F8F8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05000"/>
            <a:ext cx="292100" cy="292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7100" y="1612900"/>
            <a:ext cx="3200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Post-transcriptional regulation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27100" y="1943100"/>
            <a:ext cx="3200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content is not directly predictive of protein abundance. Extensive regulation occurs between transcription and translation.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06400" y="2921000"/>
            <a:ext cx="3835400" cy="1206500"/>
          </a:xfrm>
          <a:prstGeom prst="rect">
            <a:avLst/>
          </a:prstGeom>
          <a:solidFill>
            <a:srgbClr val="F4F8F8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302000"/>
            <a:ext cx="292100" cy="2921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7100" y="3009900"/>
            <a:ext cx="3200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temporal dynamics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27100" y="3340100"/>
            <a:ext cx="3200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is transcribed in bursts with short half-lives. Proteins are more stable; they accumulate and turn over on longer timescales.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B8D138B-AF2B-4706-2106-22A5F1D4F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500" y="1686560"/>
            <a:ext cx="42291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mRNA–Protein Correlation Across the Proteome of Single Muscle Fibers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06400" y="2222500"/>
            <a:ext cx="3835400" cy="1465580"/>
          </a:xfrm>
          <a:prstGeom prst="rect">
            <a:avLst/>
          </a:prstGeom>
          <a:solidFill>
            <a:srgbClr val="F4F8F8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2832100"/>
            <a:ext cx="292100" cy="292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7100" y="2311400"/>
            <a:ext cx="3200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is not homogeneous 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27100" y="2832100"/>
            <a:ext cx="3200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human single fibers, it appears some features are well correlated, while most features show little to no correlation: </a:t>
            </a: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mRNA-protein associations are feature-dependent</a:t>
            </a:r>
            <a:endParaRPr lang="en-US" sz="1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4E73B0-66B9-1CA6-FEEC-5FA9DC6BB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63600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5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Biological Processes Can Be Aligned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0"/>
            <a:ext cx="4160520" cy="393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14400"/>
            <a:ext cx="3977640" cy="3749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1480" y="4572000"/>
            <a:ext cx="4160520" cy="420624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626864"/>
            <a:ext cx="237744" cy="2377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46085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loadings align (r = 0.663) — fiber type is transcriptionally driven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754880" y="4572000"/>
            <a:ext cx="3977640" cy="420624"/>
          </a:xfrm>
          <a:prstGeom prst="rect">
            <a:avLst/>
          </a:prstGeom>
          <a:solidFill>
            <a:srgbClr val="FBE9E7"/>
          </a:solidFill>
          <a:ln w="12700">
            <a:solidFill>
              <a:srgbClr val="FF7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4626864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12080" y="46085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loadings do NOT align (r = −0.027) — not transcriptionally regulated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Log2FCs Are Directly Comparable Between Technologies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868680"/>
            <a:ext cx="429768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896112"/>
            <a:ext cx="3840480" cy="1143000"/>
          </a:xfrm>
          <a:prstGeom prst="rect">
            <a:avLst/>
          </a:prstGeom>
          <a:solidFill>
            <a:srgbClr val="F4F8F8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28016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688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units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932688" y="13258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platforms express fold change as log2(condition A / condition B). This makes them directly comparable regardless of absolute abundance levels.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2176272"/>
            <a:ext cx="3840480" cy="1143000"/>
          </a:xfrm>
          <a:prstGeom prst="rect">
            <a:avLst/>
          </a:prstGeom>
          <a:solidFill>
            <a:srgbClr val="F4F8F8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56032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agreement for fiber-type markers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932688" y="26060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Slow-fiber proteins (MYH7, TNNT1) and fast-fiber proteins (MYH2, TNNI2) align tightly across both platforms (r = 0.705, p &lt; 0.001).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11480" y="3456432"/>
            <a:ext cx="3840480" cy="1143000"/>
          </a:xfrm>
          <a:prstGeom prst="rect">
            <a:avLst/>
          </a:prstGeom>
          <a:solidFill>
            <a:srgbClr val="F4F8F8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84048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2688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could identify post-transcriptional regulation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932688" y="38862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that are highly regulated post-transcriptionally (e.g. TPM1) show large proteomics changes with little mRNA change.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11480" y="4690872"/>
            <a:ext cx="8275320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/>
          <p:nvPr/>
        </p:nvSpPr>
        <p:spPr>
          <a:xfrm>
            <a:off x="548640" y="4709160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= concordant up; green = concordant down; grey = discordant. Discordant points are candidates for post-transcriptional regulation.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3896DC-2C2E-4613-AA27-CF0A3AC8555C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4a067dca-8700-4411-96e4-fb9ea3b77bd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270</Words>
  <Application>Microsoft Office PowerPoint</Application>
  <PresentationFormat>On-screen Show (16:9)</PresentationFormat>
  <Paragraphs>28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Omics Integration: Transcriptomics &amp; Proteomics</dc:title>
  <dc:subject>PptxGenJS Presentation</dc:subject>
  <dc:creator>PptxGenJS</dc:creator>
  <cp:lastModifiedBy>Roger Moreno Justicia</cp:lastModifiedBy>
  <cp:revision>3</cp:revision>
  <dcterms:created xsi:type="dcterms:W3CDTF">2026-06-03T07:25:09Z</dcterms:created>
  <dcterms:modified xsi:type="dcterms:W3CDTF">2026-06-03T07:54:32Z</dcterms:modified>
</cp:coreProperties>
</file>